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e37ef09-393d-ddad-0bab-3de602f73597}">
          <p14:sldIdLst>
            <p14:sldId id="256"/>
            <p14:sldId id="257"/>
            <p14:sldId id="258"/>
          </p14:sldIdLst>
        </p14:section>
        <p14:section name="Method" id="{5377c403-027f-9c54-9b3d-a0a0f08840ca}">
          <p14:sldIdLst>
            <p14:sldId id="259"/>
            <p14:sldId id="260"/>
            <p14:sldId id="261"/>
          </p14:sldIdLst>
        </p14:section>
        <p14:section name="Results" id="{53cea336-e630-8b98-1399-5434cdebaaf5}">
          <p14:sldIdLst>
            <p14:sldId id="262"/>
            <p14:sldId id="263"/>
            <p14:sldId id="264"/>
          </p14:sldIdLst>
        </p14:section>
        <p14:section name="Wrap-up" id="{d8daa041-fc46-b201-584b-188e83d7caca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Predicted score (0-100) by chronotype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Productivity before</c:v>
                </c:pt>
              </c:strCache>
            </c:strRef>
          </c:tx>
          <c:spPr>
            <a:solidFill>
              <a:srgbClr val="BAB0A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Morning</c:v>
                  </c:pt>
                  <c:pt idx="1">
                    <c:v>Neutral</c:v>
                  </c:pt>
                  <c:pt idx="2">
                    <c:v>Night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61.1</c:v>
                </c:pt>
                <c:pt idx="1">
                  <c:v>58.2</c:v>
                </c:pt>
                <c:pt idx="2">
                  <c:v>60.2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Productivity after</c:v>
                </c:pt>
              </c:strCache>
            </c:strRef>
          </c:tx>
          <c:spPr>
            <a:solidFill>
              <a:srgbClr val="2F549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Morning</c:v>
                  </c:pt>
                  <c:pt idx="1">
                    <c:v>Neutral</c:v>
                  </c:pt>
                  <c:pt idx="2">
                    <c:v>Night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71.7</c:v>
                </c:pt>
                <c:pt idx="1">
                  <c:v>67.3</c:v>
                </c:pt>
                <c:pt idx="2">
                  <c:v>67.9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Wellbeing before</c:v>
                </c:pt>
              </c:strCache>
            </c:strRef>
          </c:tx>
          <c:spPr>
            <a:solidFill>
              <a:srgbClr val="C5E0C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Morning</c:v>
                  </c:pt>
                  <c:pt idx="1">
                    <c:v>Neutral</c:v>
                  </c:pt>
                  <c:pt idx="2">
                    <c:v>Night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50.7</c:v>
                </c:pt>
                <c:pt idx="1">
                  <c:v>50.9</c:v>
                </c:pt>
                <c:pt idx="2">
                  <c:v>50.7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Wellbeing after</c:v>
                </c:pt>
              </c:strCache>
            </c:strRef>
          </c:tx>
          <c:spPr>
            <a:solidFill>
              <a:srgbClr val="54A24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Morning</c:v>
                  </c:pt>
                  <c:pt idx="1">
                    <c:v>Neutral</c:v>
                  </c:pt>
                  <c:pt idx="2">
                    <c:v>Night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64.6</c:v>
                </c:pt>
                <c:pt idx="1">
                  <c:v>64</c:v>
                </c:pt>
                <c:pt idx="2">
                  <c:v>64.8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an AI system that redesigns a daily routine using energy patterns and ML predictions.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students know what to do but not when to do it. The project builds a system to answer 'when'.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pipeline. Stage 4 is used to score both the original and the redesigned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that the data is simulated from published findings. R-squared of about 0.75 is expected because noise was injected.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curve is a template; future work personalizes it from the user's own ratings.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Greedy and priority ordered: fast and explainable, though not guaranteed globally optimal.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assignment: 19:15 to 21:15 originally, now 16:45 to 18:45. Mention the social media block was dropped to protect sleep.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chronotypes improve: productivity roughly +7 to +11, wellbeing roughly +13 to +14.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ablation shows each change contributes and the full redesign is best.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app here: edit a task, press Redesign my day, show the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simulated data; it is the main limitation and the first thing to fix with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AI-Powered Daily Routine Redesign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3E6"/>
                </a:solidFill>
              </a:rPr>
              <a:t>An energy-aware, machine-learning scheduler for a student's day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Periyannan Ratish 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B.Tech AI &amp; Data Science, III Year  |  Dhanalakshmi College of Engineering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Value Added Course  | 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The problem: days are planned by habit</a:t>
            </a:r>
            <a:endParaRPr lang="en-US" sz="2600" dirty="0"/>
          </a:p>
        </p:txBody>
      </p:sp>
      <p:sp>
        <p:nvSpPr>
          <p:cNvPr id="3" name="Problem card 1"/>
          <p:cNvSpPr/>
          <p:nvPr/>
        </p:nvSpPr>
        <p:spPr>
          <a:xfrm>
            <a:off x="502920" y="118872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Hard work, wrong hours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Deep work lands in low-energy evenings, after the peak has passed.</a:t>
            </a:r>
            <a:endParaRPr lang="en-US" sz="1300" dirty="0"/>
          </a:p>
        </p:txBody>
      </p:sp>
      <p:sp>
        <p:nvSpPr>
          <p:cNvPr id="6" name="Problem card 2"/>
          <p:cNvSpPr/>
          <p:nvPr/>
        </p:nvSpPr>
        <p:spPr>
          <a:xfrm>
            <a:off x="3246120" y="118872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71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Health slips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Late dinners, no exercise, 6.5 h of irregular sleep.</a:t>
            </a:r>
            <a:endParaRPr lang="en-US" sz="1300" dirty="0"/>
          </a:p>
        </p:txBody>
      </p:sp>
      <p:sp>
        <p:nvSpPr>
          <p:cNvPr id="9" name="Problem card 3"/>
          <p:cNvSpPr/>
          <p:nvPr/>
        </p:nvSpPr>
        <p:spPr>
          <a:xfrm>
            <a:off x="5989320" y="118872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371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Generic advice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Productivity tips ignore your timetable, energy and trade-offs.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65760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Goal: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turn a person's task list into a better schedule, and prove the improvement with a model.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Approach: four stages</a:t>
            </a:r>
            <a:endParaRPr lang="en-US" sz="2600" dirty="0"/>
          </a:p>
        </p:txBody>
      </p:sp>
      <p:sp>
        <p:nvSpPr>
          <p:cNvPr id="3" name="Stage card 1"/>
          <p:cNvSpPr/>
          <p:nvPr/>
        </p:nvSpPr>
        <p:spPr>
          <a:xfrm>
            <a:off x="502920" y="128016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4" name="Stage number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Input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Tasks, durations, priority, focus level, fixed commitments, sleep</a:t>
            </a:r>
            <a:endParaRPr lang="en-US" sz="1200" dirty="0"/>
          </a:p>
        </p:txBody>
      </p:sp>
      <p:sp>
        <p:nvSpPr>
          <p:cNvPr id="8" name="Stage card 2"/>
          <p:cNvSpPr/>
          <p:nvPr/>
        </p:nvSpPr>
        <p:spPr>
          <a:xfrm>
            <a:off x="2587752" y="128016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9" name="Stage number 2"/>
          <p:cNvSpPr/>
          <p:nvPr/>
        </p:nvSpPr>
        <p:spPr>
          <a:xfrm>
            <a:off x="2724912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2491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Energy model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24912" y="24231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15-minute circadian curve for morning / neutral / night types</a:t>
            </a:r>
            <a:endParaRPr lang="en-US" sz="1200" dirty="0"/>
          </a:p>
        </p:txBody>
      </p:sp>
      <p:sp>
        <p:nvSpPr>
          <p:cNvPr id="13" name="Stage card 3"/>
          <p:cNvSpPr/>
          <p:nvPr/>
        </p:nvSpPr>
        <p:spPr>
          <a:xfrm>
            <a:off x="4672584" y="128016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4" name="Stage number 3"/>
          <p:cNvSpPr/>
          <p:nvPr/>
        </p:nvSpPr>
        <p:spPr>
          <a:xfrm>
            <a:off x="4809744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9744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09744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Optimizer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09744" y="24231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Constraint-based scheduler places work by energy and adds essentials</a:t>
            </a:r>
            <a:endParaRPr lang="en-US" sz="1200" dirty="0"/>
          </a:p>
        </p:txBody>
      </p:sp>
      <p:sp>
        <p:nvSpPr>
          <p:cNvPr id="18" name="Stage card 4"/>
          <p:cNvSpPr/>
          <p:nvPr/>
        </p:nvSpPr>
        <p:spPr>
          <a:xfrm>
            <a:off x="6757416" y="128016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9" name="Stage number 4"/>
          <p:cNvSpPr/>
          <p:nvPr/>
        </p:nvSpPr>
        <p:spPr>
          <a:xfrm>
            <a:off x="6894576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94576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94576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Evaluator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94576" y="24231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Gradient Boosting predicts Productivity and Wellbeing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Learning what drives productivity and wellbeing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3,000 simulated daily logs, 11 features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Built from published sleep and focus findings, plus noise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Two Gradient Boosting models, 80/20 split</a:t>
            </a:r>
            <a:endParaRPr lang="en-US" sz="1300" dirty="0"/>
          </a:p>
        </p:txBody>
      </p:sp>
      <p:sp>
        <p:nvSpPr>
          <p:cNvPr id="4" name="Metric card Productivity"/>
          <p:cNvSpPr/>
          <p:nvPr/>
        </p:nvSpPr>
        <p:spPr>
          <a:xfrm>
            <a:off x="502920" y="2788920"/>
            <a:ext cx="32918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880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0.76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880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Productivity R²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MAE 3.1 points</a:t>
            </a:r>
            <a:endParaRPr lang="en-US" sz="1200" dirty="0"/>
          </a:p>
        </p:txBody>
      </p:sp>
      <p:sp>
        <p:nvSpPr>
          <p:cNvPr id="7" name="Metric card Wellbeing"/>
          <p:cNvSpPr/>
          <p:nvPr/>
        </p:nvSpPr>
        <p:spPr>
          <a:xfrm>
            <a:off x="502920" y="3749040"/>
            <a:ext cx="32918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840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0.75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Wellbeing R²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MAE 2.9 points</a:t>
            </a:r>
            <a:endParaRPr lang="en-US" sz="1200" dirty="0"/>
          </a:p>
        </p:txBody>
      </p:sp>
      <p:pic>
        <p:nvPicPr>
          <p:cNvPr id="10" name="Image 0" descr="Feature importance for productivity and wellbeing mode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188720"/>
            <a:ext cx="4754880" cy="199339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023360" y="33832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Productivity: timing of focus work and breaks.  Wellbeing: exercise and sleep.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Energy model: when are you at your best?</a:t>
            </a:r>
            <a:endParaRPr lang="en-US" sz="2600" dirty="0"/>
          </a:p>
        </p:txBody>
      </p:sp>
      <p:pic>
        <p:nvPicPr>
          <p:cNvPr id="3" name="Image 0" descr="Energy curves by chronoty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4937760" cy="2194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0" y="12801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Late-morning peak, post-lunch dip, smaller evening peak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Morning types shift 1.5 h earlier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Night types shift 2.5 h later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Deep work goes to peaks; light tasks to dips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Optimizer: simple rules, clear reasons</a:t>
            </a:r>
            <a:endParaRPr lang="en-US" sz="2600" dirty="0"/>
          </a:p>
        </p:txBody>
      </p:sp>
      <p:sp>
        <p:nvSpPr>
          <p:cNvPr id="3" name="Rule card 1"/>
          <p:cNvSpPr/>
          <p:nvPr/>
        </p:nvSpPr>
        <p:spPr>
          <a:xfrm>
            <a:off x="502920" y="1143000"/>
            <a:ext cx="39776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430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Fixed tasks (lectures, commute) never move</a:t>
            </a:r>
            <a:endParaRPr lang="en-US" sz="1300" dirty="0"/>
          </a:p>
        </p:txBody>
      </p:sp>
      <p:sp>
        <p:nvSpPr>
          <p:cNvPr id="6" name="Rule card 2"/>
          <p:cNvSpPr/>
          <p:nvPr/>
        </p:nvSpPr>
        <p:spPr>
          <a:xfrm>
            <a:off x="502920" y="2011680"/>
            <a:ext cx="39776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116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0116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Missing breakfast, lunch, dinner and 30 min exercise are added</a:t>
            </a:r>
            <a:endParaRPr lang="en-US" sz="1300" dirty="0"/>
          </a:p>
        </p:txBody>
      </p:sp>
      <p:sp>
        <p:nvSpPr>
          <p:cNvPr id="9" name="Rule card 3"/>
          <p:cNvSpPr/>
          <p:nvPr/>
        </p:nvSpPr>
        <p:spPr>
          <a:xfrm>
            <a:off x="502920" y="2880360"/>
            <a:ext cx="39776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803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8803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Meals anchored near 07:30, 13:00, 19:30</a:t>
            </a:r>
            <a:endParaRPr lang="en-US" sz="1300" dirty="0"/>
          </a:p>
        </p:txBody>
      </p:sp>
      <p:sp>
        <p:nvSpPr>
          <p:cNvPr id="12" name="Rule card 4"/>
          <p:cNvSpPr/>
          <p:nvPr/>
        </p:nvSpPr>
        <p:spPr>
          <a:xfrm>
            <a:off x="502920" y="3749040"/>
            <a:ext cx="39776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7490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490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Hardest, highest-priority tasks pick energy peaks first</a:t>
            </a:r>
            <a:endParaRPr lang="en-US" sz="1300" dirty="0"/>
          </a:p>
        </p:txBody>
      </p:sp>
      <p:sp>
        <p:nvSpPr>
          <p:cNvPr id="15" name="Rule card 5"/>
          <p:cNvSpPr/>
          <p:nvPr/>
        </p:nvSpPr>
        <p:spPr>
          <a:xfrm>
            <a:off x="4663440" y="1143000"/>
            <a:ext cx="39776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14300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11430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Leisure only after 17:00; chores in dips</a:t>
            </a:r>
            <a:endParaRPr lang="en-US" sz="1300" dirty="0"/>
          </a:p>
        </p:txBody>
      </p:sp>
      <p:sp>
        <p:nvSpPr>
          <p:cNvPr id="18" name="Rule card 6"/>
          <p:cNvSpPr/>
          <p:nvPr/>
        </p:nvSpPr>
        <p:spPr>
          <a:xfrm>
            <a:off x="4663440" y="2011680"/>
            <a:ext cx="39776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20116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6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20116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15-minute break after each focus block of 60 min or more</a:t>
            </a:r>
            <a:endParaRPr lang="en-US" sz="1300" dirty="0"/>
          </a:p>
        </p:txBody>
      </p:sp>
      <p:sp>
        <p:nvSpPr>
          <p:cNvPr id="21" name="Rule card 7"/>
          <p:cNvSpPr/>
          <p:nvPr/>
        </p:nvSpPr>
        <p:spPr>
          <a:xfrm>
            <a:off x="4663440" y="2880360"/>
            <a:ext cx="39776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28803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7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28803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Tasks that do not fit are reported, not hidden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Same tasks, rearranged</a:t>
            </a:r>
            <a:endParaRPr lang="en-US" sz="2600" dirty="0"/>
          </a:p>
        </p:txBody>
      </p:sp>
      <p:pic>
        <p:nvPicPr>
          <p:cNvPr id="3" name="Image 0" descr="Timeline of the original and redesigned d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8138160" cy="34015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44805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Coding assignment moves to the 76% energy window at 16:45. Exercise, a break and regular meals are added; bedtime moves to 22:45.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Predicted impact</a:t>
            </a:r>
            <a:endParaRPr lang="en-US" sz="2600" dirty="0"/>
          </a:p>
        </p:txBody>
      </p:sp>
      <p:sp>
        <p:nvSpPr>
          <p:cNvPr id="3" name="KPI card productivity"/>
          <p:cNvSpPr/>
          <p:nvPr/>
        </p:nvSpPr>
        <p:spPr>
          <a:xfrm>
            <a:off x="502920" y="1188720"/>
            <a:ext cx="29260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+9.1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2801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productivity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58.2 to 67.3</a:t>
            </a:r>
            <a:endParaRPr lang="en-US" sz="1200" dirty="0"/>
          </a:p>
        </p:txBody>
      </p:sp>
      <p:sp>
        <p:nvSpPr>
          <p:cNvPr id="6" name="KPI card wellbeing"/>
          <p:cNvSpPr/>
          <p:nvPr/>
        </p:nvSpPr>
        <p:spPr>
          <a:xfrm>
            <a:off x="502920" y="2377440"/>
            <a:ext cx="29260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688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+13.1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24688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wellbeing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50.9 to 64.0</a:t>
            </a:r>
            <a:endParaRPr lang="en-US" sz="1200" dirty="0"/>
          </a:p>
        </p:txBody>
      </p:sp>
      <p:sp>
        <p:nvSpPr>
          <p:cNvPr id="9" name="KPI card sleep"/>
          <p:cNvSpPr/>
          <p:nvPr/>
        </p:nvSpPr>
        <p:spPr>
          <a:xfrm>
            <a:off x="502920" y="3566160"/>
            <a:ext cx="29260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6576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+1.25 h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365760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sleep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6.5 h to 7.75 h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657600" y="1097280"/>
          <a:ext cx="5029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Ablation: sleep and scheduling reinforce each other</a:t>
            </a:r>
            <a:endParaRPr lang="en-US" sz="2600" dirty="0"/>
          </a:p>
        </p:txBody>
      </p:sp>
      <p:pic>
        <p:nvPicPr>
          <p:cNvPr id="3" name="Image 0" descr="Ablation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5120640" cy="23042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52160" y="128016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Better sleep alone: wellbeing 50.9 to 58.7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Schedule alone: productivity 58.2 to 63.1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Both together: 67.3 and 64.0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Implementation</a:t>
            </a:r>
            <a:endParaRPr lang="en-US" sz="2600" dirty="0"/>
          </a:p>
        </p:txBody>
      </p:sp>
      <p:sp>
        <p:nvSpPr>
          <p:cNvPr id="3" name="Tech card 1"/>
          <p:cNvSpPr/>
          <p:nvPr/>
        </p:nvSpPr>
        <p:spPr>
          <a:xfrm>
            <a:off x="502920" y="118872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Python 3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pandas, NumPy, scikit-learn</a:t>
            </a:r>
            <a:endParaRPr lang="en-US" sz="1300" dirty="0"/>
          </a:p>
        </p:txBody>
      </p:sp>
      <p:sp>
        <p:nvSpPr>
          <p:cNvPr id="6" name="Tech card 2"/>
          <p:cNvSpPr/>
          <p:nvPr/>
        </p:nvSpPr>
        <p:spPr>
          <a:xfrm>
            <a:off x="4663440" y="118872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Streamlit app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editable task table, before/after timeline, explanations</a:t>
            </a:r>
            <a:endParaRPr lang="en-US" sz="1300" dirty="0"/>
          </a:p>
        </p:txBody>
      </p:sp>
      <p:sp>
        <p:nvSpPr>
          <p:cNvPr id="9" name="Tech card 3"/>
          <p:cNvSpPr/>
          <p:nvPr/>
        </p:nvSpPr>
        <p:spPr>
          <a:xfrm>
            <a:off x="502920" y="274320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Reproducible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383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run_experiment.py regenerates every figure</a:t>
            </a:r>
            <a:endParaRPr lang="en-US" sz="1300" dirty="0"/>
          </a:p>
        </p:txBody>
      </p:sp>
      <p:sp>
        <p:nvSpPr>
          <p:cNvPr id="12" name="Tech card 4"/>
          <p:cNvSpPr/>
          <p:nvPr/>
        </p:nvSpPr>
        <p:spPr>
          <a:xfrm>
            <a:off x="4663440" y="274320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Files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383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engine.py, app.py, README, requirements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Limitations and future scope</a:t>
            </a:r>
            <a:endParaRPr lang="en-US" sz="2600" dirty="0"/>
          </a:p>
        </p:txBody>
      </p:sp>
      <p:sp>
        <p:nvSpPr>
          <p:cNvPr id="3" name="Limitations card"/>
          <p:cNvSpPr/>
          <p:nvPr/>
        </p:nvSpPr>
        <p:spPr>
          <a:xfrm>
            <a:off x="502920" y="1143000"/>
            <a:ext cx="39776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4" name="Future card"/>
          <p:cNvSpPr/>
          <p:nvPr/>
        </p:nvSpPr>
        <p:spPr>
          <a:xfrm>
            <a:off x="4663440" y="1143000"/>
            <a:ext cx="39776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Limitations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Training data is simulated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Greedy search, one day at a 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Generic energy curve; screen time estimated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Guidance, not medical advice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Future scope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373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Train on real, consented user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Global search: ILP, genetic algorithm, RL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Personal energy curve from daily ratings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Calendar integration and weekly planning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Plan the day around your energy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</a:rPr>
              <a:t>Predicted +9.1 productivity and +13.1 wellbeing on a typical student day by moving deep work to peak hours, adding exercise, breaks and regular meals, and protecting sleep.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Thank you  | 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Daily Routine Redesign</dc:title>
  <dc:subject>PptxGenJS Presentation</dc:subject>
  <dc:creator>Periyannan Ratish N</dc:creator>
  <cp:lastModifiedBy>Periyannan Ratish N</cp:lastModifiedBy>
  <cp:revision>1</cp:revision>
  <dcterms:created xsi:type="dcterms:W3CDTF">2026-10-20T14:51:59Z</dcterms:created>
  <dcterms:modified xsi:type="dcterms:W3CDTF">2026-10-20T14:51:59Z</dcterms:modified>
</cp:coreProperties>
</file>